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  <p:sldId id="294" r:id="rId39"/>
    <p:sldId id="291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3" r:id="rId48"/>
    <p:sldId id="301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2B11D66-572D-437F-BEA0-09DFAE8B9768}" type="datetimeFigureOut">
              <a:rPr lang="en-US" smtClean="0"/>
              <a:t>7/21/2012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5D1C05F-EDB8-40C5-AA9A-8124E88046D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</a:t>
            </a:r>
            <a:r>
              <a:rPr lang="en-US" dirty="0" smtClean="0"/>
              <a:t>By Jagdish Prasad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VVR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Disaster Recovery Concept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762999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DR Technology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0"/>
            <a:ext cx="8610600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VERITAS DR Product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Replication Overview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 Defined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 vs. Mirroring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8686800" cy="502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10600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VVR Components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Replicated Volume Group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0"/>
            <a:ext cx="853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86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Replication Control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Establishing Replication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8686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Empty</a:t>
            </a:r>
          </a:p>
          <a:p>
            <a:endParaRPr lang="en-US" dirty="0" smtClean="0"/>
          </a:p>
          <a:p>
            <a:r>
              <a:rPr lang="en-US" dirty="0" smtClean="0"/>
              <a:t>Over the Wire (</a:t>
            </a:r>
            <a:r>
              <a:rPr lang="en-US" dirty="0" err="1" smtClean="0"/>
              <a:t>Autosync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Local Mirroring</a:t>
            </a:r>
          </a:p>
          <a:p>
            <a:endParaRPr lang="en-US" dirty="0" smtClean="0"/>
          </a:p>
          <a:p>
            <a:r>
              <a:rPr lang="en-US" dirty="0" smtClean="0"/>
              <a:t>Tape backup and restore initialization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8686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371600"/>
            <a:ext cx="8763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763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VVR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7175"/>
            <a:ext cx="8686800" cy="510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8763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0"/>
            <a:ext cx="8534400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610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1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8763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76400"/>
            <a:ext cx="87629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Decreasing the Secondary SRL</a:t>
            </a:r>
            <a:endParaRPr lang="en-US" dirty="0"/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7800"/>
            <a:ext cx="8839199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8763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30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</a:t>
            </a:r>
            <a:endParaRPr lang="en-US" dirty="0"/>
          </a:p>
        </p:txBody>
      </p:sp>
      <p:pic>
        <p:nvPicPr>
          <p:cNvPr id="4403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286000"/>
            <a:ext cx="8762999" cy="243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VVR Recovery After Failure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608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0"/>
            <a:ext cx="8991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7629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638800"/>
            <a:ext cx="86106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763000" cy="510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979</TotalTime>
  <Words>61</Words>
  <Application>Microsoft Office PowerPoint</Application>
  <PresentationFormat>On-screen Show (4:3)</PresentationFormat>
  <Paragraphs>48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Civic</vt:lpstr>
      <vt:lpstr>VVR Administration</vt:lpstr>
      <vt:lpstr>Disaster Recovery Concept</vt:lpstr>
      <vt:lpstr>Overview of DR Technology</vt:lpstr>
      <vt:lpstr>Overview of VERITAS DR Product</vt:lpstr>
      <vt:lpstr> </vt:lpstr>
      <vt:lpstr>Replication Defined</vt:lpstr>
      <vt:lpstr>Replication vs. Mirroring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Replicated Volume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Decreasing the Secondary SRL</vt:lpstr>
      <vt:lpstr>PowerPoint Presentation</vt:lpstr>
      <vt:lpstr>PowerPoint Presentation</vt:lpstr>
      <vt:lpstr>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VVR Administration</dc:title>
  <dc:creator>Administrator</dc:creator>
  <cp:lastModifiedBy>Administrator</cp:lastModifiedBy>
  <cp:revision>10</cp:revision>
  <dcterms:created xsi:type="dcterms:W3CDTF">2012-04-27T07:04:10Z</dcterms:created>
  <dcterms:modified xsi:type="dcterms:W3CDTF">2012-07-21T11:25:30Z</dcterms:modified>
</cp:coreProperties>
</file>